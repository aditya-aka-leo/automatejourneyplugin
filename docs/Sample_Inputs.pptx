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Sample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AF0"/>
                </a:solidFill>
              </a:defRPr>
            </a:pPr>
            <a:r>
              <a:t>Example Prompts, Recordings &amp; Configurations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</a:defRPr>
            </a:pPr>
            <a:r>
              <a:t>Autotest — AI E2E Test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9AF0"/>
                </a:solidFill>
              </a:defRPr>
            </a:pPr>
            <a:r>
              <a:t>Sample Prompts: Login &amp; Authentication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155680" cy="10972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AF0"/>
                </a:solidFill>
              </a:defRPr>
            </a:pPr>
            <a:r>
              <a:t>Basic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Test the login form with valid credentials. Enter "user@example.com" as email and "Password123" as password, click Sign In, and verify the dashboard 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39"/>
            <a:ext cx="11155680" cy="10972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AF0"/>
                </a:solidFill>
              </a:defRPr>
            </a:pPr>
            <a:r>
              <a:t>Invalid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3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Test the login with invalid credentials. Enter "wrong@email.com" and "badpassword", click Sign In, verify error message "Invalid email or password" appears.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11155680" cy="10972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AF0"/>
                </a:solidFill>
              </a:defRPr>
            </a:pPr>
            <a:r>
              <a:t>Empty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Click the Sign In button without entering any credentials. Verify validation error messages appear for both email and password fields.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37759"/>
            <a:ext cx="11155680" cy="10972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291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AF0"/>
                </a:solidFill>
              </a:defRPr>
            </a:pPr>
            <a:r>
              <a:t>Logout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5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Log in with valid credentials, then find and click the logout button. Verify user is redirected back to the login page.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C97B"/>
                </a:solidFill>
              </a:defRPr>
            </a:pPr>
            <a:r>
              <a:t>Sample Prompts: Forms &amp; Navigation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155680" cy="10972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7B"/>
                </a:solidFill>
              </a:defRPr>
            </a:pPr>
            <a:r>
              <a:t>Registration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Fill the registration form with: first name "John", last name "Doe", email "john.doe@example.com", password "SecurePass123!". Click Register and verify success message.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39"/>
            <a:ext cx="11155680" cy="10972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7B"/>
                </a:solidFill>
              </a:defRPr>
            </a:pPr>
            <a:r>
              <a:t>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3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Type "Playwright testing" in the search bar and press Enter. Verify search results appear and at least one contains "Playwright".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11155680" cy="10972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7B"/>
                </a:solidFill>
              </a:defRPr>
            </a:pPr>
            <a:r>
              <a:t>E-Commerce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Search for "laptop", click the first result, click "Add to Cart", go to cart, verify the item is there, then proceed to checkout.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37759"/>
            <a:ext cx="11155680" cy="10972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291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7B"/>
                </a:solidFill>
              </a:defRPr>
            </a:pPr>
            <a:r>
              <a:t>Pagination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5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Navigate to products page. Click "Next" or page 2. Verify URL changes and new products load. Click "Previous" to return to page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6B35"/>
                </a:solidFill>
              </a:defRPr>
            </a:pPr>
            <a:r>
              <a:t>Sample Recording Format (JSON)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155680" cy="53035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  "name": "Login with valid credentials",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55064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  "steps": [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6537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   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7568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7B"/>
                </a:solidFill>
              </a:defRPr>
            </a:pPr>
            <a:r>
              <a:t>      "type": "navigation",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AF0"/>
                </a:solidFill>
              </a:defRPr>
            </a:pPr>
            <a:r>
              <a:t>      "url": "https://example.com/login"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9631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    },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06624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    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1693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7B"/>
                </a:solidFill>
              </a:defRPr>
            </a:pPr>
            <a:r>
              <a:t>      "type": "input",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2724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35"/>
                </a:solidFill>
              </a:defRPr>
            </a:pPr>
            <a:r>
              <a:t>      "selector": "input[name='email']",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35"/>
                </a:solidFill>
              </a:defRPr>
            </a:pPr>
            <a:r>
              <a:t>      "fallbacks": ["#email", "[placeholder='Email']", "[type='email']"],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AF0"/>
                </a:solidFill>
              </a:defRPr>
            </a:pPr>
            <a:r>
              <a:t>      "value": "user@example.com"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58184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    },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6849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   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7880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7B"/>
                </a:solidFill>
              </a:defRPr>
            </a:pPr>
            <a:r>
              <a:t>      "type": "click",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35"/>
                </a:solidFill>
              </a:defRPr>
            </a:pPr>
            <a:r>
              <a:t>      "selector": "button[type='submit']",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9943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35"/>
                </a:solidFill>
              </a:defRPr>
            </a:pPr>
            <a:r>
              <a:t>      "fallbacks": ["text=Sign In", "[data-testid='login-btn']"]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09744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    },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00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   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3036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7B"/>
                </a:solidFill>
              </a:defRPr>
            </a:pPr>
            <a:r>
              <a:t>      "type": "assert_url_contains",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AF0"/>
                </a:solidFill>
              </a:defRPr>
            </a:pPr>
            <a:r>
              <a:t>      "value": "/dashboard"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5099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   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61304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  ],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07161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  "config": { "browser": "chromium", "viewport": { "width": 1280, "height": 720 } 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8192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A85CFF"/>
                </a:solidFill>
              </a:defRPr>
            </a:pPr>
            <a:r>
              <a:t>Sample Headless Configurations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577840" cy="14630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9AF0"/>
                </a:solidFill>
              </a:defRPr>
            </a:pPr>
            <a:r>
              <a:t>Basic Desktop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Chromium • 1280×720 • Screenshots on • Trace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14630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C97B"/>
                </a:solidFill>
              </a:defRPr>
            </a:pPr>
            <a:r>
              <a:t>Multi-Browser Parallel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Chromium + Firefox + WebKit • 3 workers • Same test across 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834639"/>
            <a:ext cx="5577840" cy="14630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6B35"/>
                </a:solidFill>
              </a:defRPr>
            </a:pPr>
            <a:r>
              <a:t>Mobile Emulation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1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Chromium • 375×812 (iPhone) • Mobile user agent • Video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834639"/>
            <a:ext cx="5577840" cy="14630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017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85CFF"/>
                </a:solidFill>
              </a:defRPr>
            </a:pPr>
            <a:r>
              <a:t>Full Artifacts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7471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1920×1080 • Trace + Video + HAR + Screenshots all enabled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572000"/>
            <a:ext cx="5577840" cy="14630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9AF0"/>
                </a:solidFill>
              </a:defRPr>
            </a:pPr>
            <a:r>
              <a:t>With Geolocation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12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San Francisco (37.77, -122.42) • America/Los_Angeles timezone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572000"/>
            <a:ext cx="5577840" cy="14630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84D4D"/>
                </a:solidFill>
              </a:defRPr>
            </a:pPr>
            <a:r>
              <a:t>Network Mocking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12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Mock API responses • /api/users returns test data • /api/auth returns mock 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9AF0"/>
                </a:solidFill>
              </a:defRPr>
            </a:pPr>
            <a:r>
              <a:t>Tips for Writing Effective Prompts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15568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AF0"/>
                </a:solidFill>
              </a:defRPr>
            </a:pPr>
            <a:r>
              <a:t>Be specific about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70432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Use visible text and labels:</a:t>
            </a:r>
            <a:br/>
            <a:r>
              <a:t>✓  Click the "Sign In" button</a:t>
            </a:r>
            <a:br/>
            <a:r>
              <a:t>✗  Click the .btn-primary element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39"/>
            <a:ext cx="1115568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2199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7B"/>
                </a:solidFill>
              </a:defRPr>
            </a:pPr>
            <a:r>
              <a:t>Include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21991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Always add what to verify:</a:t>
            </a:r>
            <a:br/>
            <a:r>
              <a:t>✓  Click Submit and verify success message appears</a:t>
            </a:r>
            <a:br/>
            <a:r>
              <a:t>✗  Click Submit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1115568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73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</a:defRPr>
            </a:pPr>
            <a:r>
              <a:t>Describe flows sequentially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273552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Write steps in execution order:</a:t>
            </a:r>
            <a:br/>
            <a:r>
              <a:t>✓  Fill email → Fill password → Click Submit → Verify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51959"/>
            <a:ext cx="1115568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2511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85CFF"/>
                </a:solidFill>
              </a:defRPr>
            </a:pPr>
            <a:r>
              <a:t>Use realistic test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325111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Provide real-looking values:</a:t>
            </a:r>
            <a:br/>
            <a:r>
              <a:t>✓  Enter "john.doe@example.com" as email</a:t>
            </a:r>
            <a:br/>
            <a:r>
              <a:t>✗  Enter some 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1115568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76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D4D"/>
                </a:solidFill>
              </a:defRPr>
            </a:pPr>
            <a:r>
              <a:t>Keep prompts focused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376672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One flow per prompt:</a:t>
            </a:r>
            <a:br/>
            <a:r>
              <a:t>✓  "Test login with invalid credentials"</a:t>
            </a:r>
            <a:br/>
            <a:r>
              <a:t>✗  "Test login, registration, and checkout"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