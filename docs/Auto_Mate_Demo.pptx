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C60015-27D9-B340-9AEF-71FA79062405}" v="1" dt="2026-03-19T17:33:46.0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7"/>
    <p:restoredTop sz="94694"/>
  </p:normalViewPr>
  <p:slideViewPr>
    <p:cSldViewPr snapToGrid="0" snapToObjects="1">
      <p:cViewPr varScale="1">
        <p:scale>
          <a:sx n="138" d="100"/>
          <a:sy n="138" d="100"/>
        </p:scale>
        <p:origin x="616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ender kumar" userId="0a83746c-0871-4ac1-ab5c-fa372981a520" providerId="ADAL" clId="{2982CE84-F2A9-5F62-BFEB-B2D416531CBF}"/>
    <pc:docChg chg="modSld">
      <pc:chgData name="Harender kumar" userId="0a83746c-0871-4ac1-ab5c-fa372981a520" providerId="ADAL" clId="{2982CE84-F2A9-5F62-BFEB-B2D416531CBF}" dt="2026-03-19T17:41:31.667" v="25" actId="20577"/>
      <pc:docMkLst>
        <pc:docMk/>
      </pc:docMkLst>
      <pc:sldChg chg="addSp modSp mod">
        <pc:chgData name="Harender kumar" userId="0a83746c-0871-4ac1-ab5c-fa372981a520" providerId="ADAL" clId="{2982CE84-F2A9-5F62-BFEB-B2D416531CBF}" dt="2026-03-19T17:41:31.667" v="25" actId="20577"/>
        <pc:sldMkLst>
          <pc:docMk/>
          <pc:sldMk cId="0" sldId="256"/>
        </pc:sldMkLst>
        <pc:spChg chg="mod">
          <ac:chgData name="Harender kumar" userId="0a83746c-0871-4ac1-ab5c-fa372981a520" providerId="ADAL" clId="{2982CE84-F2A9-5F62-BFEB-B2D416531CBF}" dt="2026-03-19T17:41:31.667" v="25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Harender kumar" userId="0a83746c-0871-4ac1-ab5c-fa372981a520" providerId="ADAL" clId="{2982CE84-F2A9-5F62-BFEB-B2D416531CBF}" dt="2026-03-19T17:34:06.848" v="16" actId="20577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Harender kumar" userId="0a83746c-0871-4ac1-ab5c-fa372981a520" providerId="ADAL" clId="{2982CE84-F2A9-5F62-BFEB-B2D416531CBF}" dt="2026-03-19T17:34:00.565" v="2" actId="20577"/>
          <ac:spMkLst>
            <pc:docMk/>
            <pc:sldMk cId="0" sldId="256"/>
            <ac:spMk id="6" creationId="{1A9030D6-2C82-8011-343F-D510A5A9E2F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dirty="0"/>
              <a:t>AI E2E Test </a:t>
            </a:r>
            <a:r>
              <a:rPr lang="en-US" dirty="0"/>
              <a:t>Automator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AF0"/>
                </a:solidFill>
              </a:defRPr>
            </a:pPr>
            <a:r>
              <a:t>Democratizing End-to-End Testing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</a:defRPr>
            </a:pPr>
            <a:r>
              <a:rPr dirty="0"/>
              <a:t>Team Auto Mate  |  </a:t>
            </a:r>
            <a:r>
              <a:rPr lang="en-US" dirty="0"/>
              <a:t>Harender Kumar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4937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</a:defRPr>
            </a:pPr>
            <a:r>
              <a:t>Anyone can generate, execute, and validate browser tests — no code, no setup, no expertise.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9030D6-2C82-8011-343F-D510A5A9E2FD}"/>
              </a:ext>
            </a:extLst>
          </p:cNvPr>
          <p:cNvSpPr txBox="1"/>
          <p:nvPr/>
        </p:nvSpPr>
        <p:spPr>
          <a:xfrm>
            <a:off x="914400" y="338328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</a:defRPr>
            </a:pPr>
            <a:r>
              <a:rPr dirty="0"/>
              <a:t>Adobe AI Labs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4D4D"/>
                </a:solidFill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651760" cy="34747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74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E84D4D"/>
                </a:solidFill>
              </a:defRPr>
            </a:pPr>
            <a:r>
              <a:t>⏱️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4D4D"/>
                </a:solidFill>
              </a:defRPr>
            </a:pPr>
            <a:r>
              <a:t>QA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Writing one E2E test takes</a:t>
            </a:r>
            <a:br/>
            <a:r>
              <a:t>30–60 minutes manually.</a:t>
            </a:r>
            <a:br/>
            <a:r>
              <a:t>Requires deep Playwright/</a:t>
            </a:r>
            <a:br/>
            <a:r>
              <a:t>Selenium expertise.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45920"/>
            <a:ext cx="2651760" cy="34747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1874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6B35"/>
                </a:solidFill>
              </a:defRPr>
            </a:pPr>
            <a:r>
              <a:t>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</a:defRPr>
            </a:pPr>
            <a:r>
              <a:t>Developer Time Waste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Developers repeat the same</a:t>
            </a:r>
            <a:br/>
            <a:r>
              <a:t>multi-step flows 5–10×/day</a:t>
            </a:r>
            <a:br/>
            <a:r>
              <a:t>just to reach the page</a:t>
            </a:r>
            <a:br/>
            <a:r>
              <a:t>they're developing.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651760" cy="34747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A85CFF"/>
                </a:solidFill>
              </a:defRPr>
            </a:pPr>
            <a:r>
              <a:t>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CFF"/>
                </a:solidFill>
              </a:defRPr>
            </a:pPr>
            <a:r>
              <a:t>Non-Technical Lockout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PMs, designers &amp; analysts</a:t>
            </a:r>
            <a:br/>
            <a:r>
              <a:t>who know user journeys best</a:t>
            </a:r>
            <a:br/>
            <a:r>
              <a:t>cannot create any tests —</a:t>
            </a:r>
            <a:br/>
            <a:r>
              <a:t>every tool requires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45920"/>
            <a:ext cx="2651760" cy="34747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0" y="1874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9AF0"/>
                </a:solidFill>
              </a:defRPr>
            </a:pPr>
            <a: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AF0"/>
                </a:solidFill>
              </a:defRPr>
            </a:pPr>
            <a:r>
              <a:t>Setup Overhead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Every person needs Node.js,</a:t>
            </a:r>
            <a:br/>
            <a:r>
              <a:t>Playwright, browser binaries,</a:t>
            </a:r>
            <a:br/>
            <a:r>
              <a:t>Docker — hours to days of</a:t>
            </a:r>
            <a:br/>
            <a:r>
              <a:t>setup per machine.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84D4D"/>
                </a:solidFill>
              </a:defRPr>
            </a:pPr>
            <a:r>
              <a:t>Result:  Inadequate test coverage  →  Bugs in production  →  Slow release cycles  →  Frustrated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C97B"/>
                </a:solidFill>
              </a:defRPr>
            </a:pPr>
            <a:r>
              <a:t>The Solution: Autotest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</a:defRPr>
            </a:pPr>
            <a:r>
              <a:t>A Chrome extension + centralized backend that lets anyone create &amp; run E2E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3520440" cy="32004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009AF0"/>
                </a:solidFill>
              </a:defRPr>
            </a:pPr>
            <a: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AF0"/>
                </a:solidFill>
              </a:defRPr>
            </a:pPr>
            <a:r>
              <a:t>Describe in Plain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Type what you want to test in</a:t>
            </a:r>
            <a:br/>
            <a:r>
              <a:t>natural language. AI generates a</a:t>
            </a:r>
            <a:br/>
            <a:r>
              <a:t>complete Playwright test file</a:t>
            </a:r>
            <a:br/>
            <a:r>
              <a:t>with assertions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103120"/>
            <a:ext cx="3520440" cy="32004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2331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00C97B"/>
                </a:solidFill>
              </a:defRPr>
            </a:pPr>
            <a:r>
              <a:t>🖱️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7B"/>
                </a:solidFill>
              </a:defRPr>
            </a:pPr>
            <a:r>
              <a:t>Record Browser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6576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Point and click through your</a:t>
            </a:r>
            <a:br/>
            <a:r>
              <a:t>flow. The extension captures</a:t>
            </a:r>
            <a:br/>
            <a:r>
              <a:t>every interaction and builds</a:t>
            </a:r>
            <a:br/>
            <a:r>
              <a:t>replayable test steps.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03120"/>
            <a:ext cx="3520440" cy="32004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3317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FF6B35"/>
                </a:solidFill>
              </a:defRPr>
            </a:pPr>
            <a:r>
              <a:t>▶️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</a:defRPr>
            </a:pPr>
            <a:r>
              <a:t>Run Headless + Live Feed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6576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Execute on centralized backend.</a:t>
            </a:r>
            <a:br/>
            <a:r>
              <a:t>Watch live screencast, track</a:t>
            </a:r>
            <a:br/>
            <a:r>
              <a:t>step progress in real-time,</a:t>
            </a:r>
            <a:br/>
            <a:r>
              <a:t>download rich artifacts.</a:t>
            </a:r>
          </a:p>
        </p:txBody>
      </p:sp>
      <p:sp>
        <p:nvSpPr>
          <p:cNvPr id="16" name="Oval 15"/>
          <p:cNvSpPr/>
          <p:nvPr/>
        </p:nvSpPr>
        <p:spPr>
          <a:xfrm>
            <a:off x="3566160" y="1920240"/>
            <a:ext cx="411480" cy="41148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7360920" y="1920240"/>
            <a:ext cx="411480" cy="41148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11155680" y="1920240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C97B"/>
                </a:solidFill>
              </a:defRPr>
            </a:pPr>
            <a:r>
              <a:t>No code  •  No framework knowledge  •  No local setup  •  Just install the Chrome extension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9AF0"/>
                </a:solidFill>
              </a:defRPr>
            </a:pPr>
            <a:r>
              <a:t>Key Advantages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14173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9AF0"/>
                </a:solidFill>
              </a:defRPr>
            </a:pPr>
            <a: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508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9AF0"/>
                </a:solidFill>
              </a:defRPr>
            </a:pPr>
            <a:r>
              <a:t>Zero Expertise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659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No Playwright, Selenium, or Cypress knowledge needed.</a:t>
            </a:r>
            <a:br/>
            <a:r>
              <a:t>Anyone types plain English or records clicks.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14173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6B35"/>
                </a:solidFill>
              </a:defRPr>
            </a:pPr>
            <a: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508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6B35"/>
                </a:solidFill>
              </a:defRPr>
            </a:pPr>
            <a:r>
              <a:t>10–15× Faster Test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9659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From 30–60 min per test to 2–5 min.</a:t>
            </a:r>
            <a:br/>
            <a:r>
              <a:t>AI handles selectors, assertions, waits, error handling.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63240"/>
            <a:ext cx="5486400" cy="14173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C97B"/>
                </a:solidFill>
              </a:defRPr>
            </a:pPr>
            <a:r>
              <a:t>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00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C97B"/>
                </a:solidFill>
              </a:defRPr>
            </a:pPr>
            <a:r>
              <a:t>Lightweight Plugin, Centralized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576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One backend serves the entire team. Each person just</a:t>
            </a:r>
            <a:br/>
            <a:r>
              <a:t>installs a ~200KB Chrome extension — productive in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63240"/>
            <a:ext cx="5486400" cy="14173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A85CFF"/>
                </a:solidFill>
              </a:defRPr>
            </a:pPr>
            <a: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200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85CFF"/>
                </a:solidFill>
              </a:defRPr>
            </a:pPr>
            <a:r>
              <a:t>Democratizes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6576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QA, developers, PMs, designers, analysts — everyone</a:t>
            </a:r>
            <a:br/>
            <a:r>
              <a:t>can now create, run, and validate E2E tests.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54880"/>
            <a:ext cx="5486400" cy="14173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9AF0"/>
                </a:solidFill>
              </a:defRPr>
            </a:pPr>
            <a: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92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9AF0"/>
                </a:solidFill>
              </a:defRPr>
            </a:pPr>
            <a:r>
              <a:t>Multi-Browser &amp; Multi-Device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3492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Parallel execution across Chromium, Firefox, WebKit</a:t>
            </a:r>
            <a:br/>
            <a:r>
              <a:t>with desktop and mobile viewports.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754880"/>
            <a:ext cx="5486400" cy="14173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937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6B35"/>
                </a:solidFill>
              </a:defRPr>
            </a:pPr>
            <a: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892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6B35"/>
                </a:solidFill>
              </a:defRPr>
            </a:pPr>
            <a:r>
              <a:t>Rich Artifacts &amp; Live Feed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53492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Live screencast, step progress, Playwright traces,</a:t>
            </a:r>
            <a:br/>
            <a:r>
              <a:t>video recordings, HAR logs, screenshots.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C97B"/>
                </a:solidFill>
              </a:defRPr>
            </a:pPr>
            <a:r>
              <a:t>Impact &amp; Savings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697480" cy="22860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9AF0"/>
                </a:solidFill>
              </a:defRPr>
            </a:pPr>
            <a:r>
              <a:t>10–15×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</a:defRPr>
            </a:pPr>
            <a:r>
              <a:t>test creation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463040"/>
            <a:ext cx="2697480" cy="22860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73736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C97B"/>
                </a:solidFill>
              </a:defRPr>
            </a:pPr>
            <a:r>
              <a:t>2,500+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Hours/Year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</a:defRPr>
            </a:pPr>
            <a:r>
              <a:t>saved per 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697480" cy="22860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6B35"/>
                </a:solidFill>
              </a:defRPr>
            </a:pPr>
            <a:r>
              <a:t>1–1.5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FTE Equivalent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</a:defRPr>
            </a:pPr>
            <a:r>
              <a:t>savings per team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463040"/>
            <a:ext cx="2697480" cy="22860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73736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A85CFF"/>
                </a:solidFill>
              </a:defRPr>
            </a:pPr>
            <a:r>
              <a:t>&lt; 1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5603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Onboarding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01752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</a:defRPr>
            </a:pPr>
            <a:r>
              <a:t>install extension &amp; 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114800"/>
            <a:ext cx="11338560" cy="22860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AF0"/>
                </a:solidFill>
              </a:defRPr>
            </a:pPr>
            <a:r>
              <a:t>QA Engineers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3434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30–60 min → 2–5 min per test  |  5 QA × 10 tests/week  =  ~1,000 hrs/year saved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1888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Developers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81888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Eliminate 10–30 min/day repetitive navigation  |  10 devs  =  ~1,500 hrs/year saved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943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CFF"/>
                </a:solidFill>
              </a:defRPr>
            </a:pPr>
            <a:r>
              <a:t>PMs / Designers / Analysts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294376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From 0 automated tests → unlimited  |  Plain English, no code, no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986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</a:defRPr>
            </a:pPr>
            <a: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769864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One centralized backend for entire team  |  No per-machine setup (saves 2–8 hrs/person)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9AF0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6B35"/>
                </a:solidFill>
              </a:defRPr>
            </a:pPr>
            <a:r>
              <a:t>~1.5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4114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BBBBCC"/>
                </a:solidFill>
              </a:rPr>
              <a:t>  1.  Open a live website → Activate Autotest extension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BBBBCC"/>
                </a:solidFill>
              </a:rPr>
              <a:t>  2.  Type a plain English prompt to generate a test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BBBBCC"/>
                </a:solidFill>
              </a:rPr>
              <a:t>  3.  AI generates complete Playwright .spec.ts file in ~60s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BBBBCC"/>
                </a:solidFill>
              </a:rPr>
              <a:t>  4.  Run headless with live screencast + real-time step progress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BBBBCC"/>
                </a:solidFill>
              </a:rPr>
              <a:t>  5.  View results: pass/fail, screenshots, trace, video, HAR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9AF0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</a:defRPr>
            </a:pPr>
            <a:r>
              <a:t>Centralized backend  +  Lightweight Chrome extension  =  Zero per-machine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4114800" cy="4389120"/>
          </a:xfrm>
          <a:prstGeom prst="roundRect">
            <a:avLst/>
          </a:prstGeom>
          <a:solidFill>
            <a:srgbClr val="2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AF0"/>
                </a:solidFill>
              </a:defRPr>
            </a:pPr>
            <a:r>
              <a:t>🌐  Chrome Extension (MV3)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</a:defRPr>
            </a:pPr>
            <a:r>
              <a:t>Lightweight ~200KB  •  No dependencies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3566160" cy="594360"/>
          </a:xfrm>
          <a:prstGeom prst="roundRect">
            <a:avLst/>
          </a:prstGeom>
          <a:solidFill>
            <a:srgbClr val="2A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AF0"/>
                </a:solidFill>
              </a:defRPr>
            </a:pPr>
            <a:r>
              <a:t>Popup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Record, generate, run 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3566160" cy="594360"/>
          </a:xfrm>
          <a:prstGeom prst="roundRect">
            <a:avLst/>
          </a:prstGeom>
          <a:solidFill>
            <a:srgbClr val="2A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AF0"/>
                </a:solidFill>
              </a:defRPr>
            </a:pPr>
            <a:r>
              <a:t>Side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50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Test management &amp;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3566160" cy="594360"/>
          </a:xfrm>
          <a:prstGeom prst="roundRect">
            <a:avLst/>
          </a:prstGeom>
          <a:solidFill>
            <a:srgbClr val="2A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AF0"/>
                </a:solidFill>
              </a:defRPr>
            </a:pPr>
            <a:r>
              <a:t>Content Scripts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81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DOM interaction &amp; recording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3566160" cy="594360"/>
          </a:xfrm>
          <a:prstGeom prst="roundRect">
            <a:avLst/>
          </a:prstGeom>
          <a:solidFill>
            <a:srgbClr val="2A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AF0"/>
                </a:solidFill>
              </a:defRPr>
            </a:pPr>
            <a:r>
              <a:t>Service Worker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132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API routing &amp; state mgmt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4747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6B35"/>
                </a:solidFill>
              </a:defRPr>
            </a:pPr>
            <a:r>
              <a:t>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06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</a:defRPr>
            </a:pPr>
            <a:r>
              <a:t>REST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1828800"/>
            <a:ext cx="2834640" cy="2011680"/>
          </a:xfrm>
          <a:prstGeom prst="roundRect">
            <a:avLst/>
          </a:prstGeom>
          <a:solidFill>
            <a:srgbClr val="2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</a:defRPr>
            </a:pPr>
            <a:r>
              <a:t>🤖  AI Generator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377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</a:defRPr>
            </a:pPr>
            <a:r>
              <a:t>Port 8002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743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 Claude API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063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 NL → Playwright .spec.ts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 Smart assertions &amp; waits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4114800"/>
            <a:ext cx="2834640" cy="2103120"/>
          </a:xfrm>
          <a:prstGeom prst="roundRect">
            <a:avLst/>
          </a:prstGeom>
          <a:solidFill>
            <a:srgbClr val="2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0" y="4206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▶️  Playwright Runner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663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</a:defRPr>
            </a:pPr>
            <a:r>
              <a:t>Port 8001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983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 Headless browser execution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3035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 CDP live screencast (SSE)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623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•  Trace, video, HAR, screenshots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1828800"/>
            <a:ext cx="2926080" cy="4389120"/>
          </a:xfrm>
          <a:prstGeom prst="roundRect">
            <a:avLst/>
          </a:prstGeom>
          <a:solidFill>
            <a:srgbClr val="1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CFF"/>
                </a:solidFill>
              </a:defRPr>
            </a:pPr>
            <a:r>
              <a:t>🐳  Docker Compose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</a:defRPr>
            </a:pPr>
            <a:r>
              <a:t>Centralized Server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</a:defRPr>
            </a:pPr>
            <a:r>
              <a:t>✓  Single 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3063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docker compose 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3649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</a:defRPr>
            </a:pPr>
            <a:r>
              <a:t>✓  Serves entire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3593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No per-machine setup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8953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</a:defRPr>
            </a:pPr>
            <a:r>
              <a:t>✓  Multi-browser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41239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Chromium, Firefox, WebKit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4256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</a:defRPr>
            </a:pPr>
            <a:r>
              <a:t>✓  Parallel execution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46542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N concurrent workers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9560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</a:defRPr>
            </a:pPr>
            <a:r>
              <a:t>✓  Artifact storage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0" y="5184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Traces, videos, HARs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</a:defRPr>
            </a:pPr>
            <a:r>
              <a:t>✓  Auto-scaling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5715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</a:defRPr>
            </a:pPr>
            <a:r>
              <a:t>Add workers as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AF0"/>
                </a:solidFill>
              </a:defRPr>
            </a:pPr>
            <a:r>
              <a:t>Team Auto 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931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>
                <a:solidFill>
                  <a:srgbClr val="BBBBCC"/>
                </a:solidFill>
              </a:rPr>
              <a:t>✦  Anyone can create E2E tests — no code, no expertise, no setup</a:t>
            </a:r>
          </a:p>
          <a:p>
            <a:pPr algn="ctr">
              <a:spcAft>
                <a:spcPts val="1000"/>
              </a:spcAft>
            </a:pPr>
            <a:r>
              <a:rPr sz="1800">
                <a:solidFill>
                  <a:srgbClr val="BBBBCC"/>
                </a:solidFill>
              </a:rPr>
              <a:t>✦  10–15× faster test creation  •  2,500+ hours/year saved per team</a:t>
            </a:r>
          </a:p>
          <a:p>
            <a:pPr algn="ctr">
              <a:spcAft>
                <a:spcPts val="1000"/>
              </a:spcAft>
            </a:pPr>
            <a:r>
              <a:rPr sz="1800">
                <a:solidFill>
                  <a:srgbClr val="BBBBCC"/>
                </a:solidFill>
              </a:rPr>
              <a:t>✦  Centralized backend + lightweight Chrome extension</a:t>
            </a:r>
          </a:p>
          <a:p>
            <a:pPr algn="ctr">
              <a:spcAft>
                <a:spcPts val="1000"/>
              </a:spcAft>
            </a:pPr>
            <a:r>
              <a:rPr sz="1800">
                <a:solidFill>
                  <a:srgbClr val="BBBBCC"/>
                </a:solidFill>
              </a:rPr>
              <a:t>✦  AI-powered  •  Multi-browser  •  Live visual feedback  •  Rich artifacts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804</Words>
  <Application>Microsoft Macintosh PowerPoint</Application>
  <PresentationFormat>Widescreen</PresentationFormat>
  <Paragraphs>125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Harender kumar</cp:lastModifiedBy>
  <cp:revision>1</cp:revision>
  <dcterms:created xsi:type="dcterms:W3CDTF">2013-01-27T09:14:16Z</dcterms:created>
  <dcterms:modified xsi:type="dcterms:W3CDTF">2026-03-19T17:41:33Z</dcterms:modified>
  <cp:category/>
</cp:coreProperties>
</file>