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Setup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AF0"/>
                </a:solidFill>
              </a:defRPr>
            </a:pPr>
            <a:r>
              <a:t>Getting Started with Autotest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99"/>
                </a:solidFill>
              </a:defRPr>
            </a:pPr>
            <a:r>
              <a:t>Backend setup (one-time)  +  Extension install (per user, &lt; 1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9AF0"/>
                </a:solidFill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</a:defRPr>
            </a:pPr>
            <a:r>
              <a:t>The backend admin needs Docker. Team members only need Chrome.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03520" cy="2286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AF0"/>
                </a:solidFill>
              </a:defRPr>
            </a:pPr>
            <a:r>
              <a:t>Backend Admin (one-time)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✓  Docker + Docker Compose (Engine 20.10+, Compose v2+)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✓  Claude CLI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✓  Network access for team (ports 8001, 8002)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97B"/>
                </a:solidFill>
              </a:defRPr>
            </a:pPr>
            <a:r>
              <a:t>Each Team Member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286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✓  Google Chrome 116+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✓  That's it. No Python, Node.js, Playwright, or Docker.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✓  Install extension → point to backend → 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89120"/>
            <a:ext cx="11064240" cy="2011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4D"/>
                </a:solidFill>
              </a:defRPr>
            </a:pPr>
            <a:r>
              <a:t>Team members do NOT need: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❌  Python or pip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❌  Node.js or npm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❌  Playwright or Selenium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❌  Docker or containers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❌  Any test framework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486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❌  A code editor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9AF0"/>
                </a:solidFill>
              </a:defRPr>
            </a:pPr>
            <a:r>
              <a:t>Step 1: Backend Setup (One-Time)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1143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</a:defRPr>
            </a:pPr>
            <a:r>
              <a:t>Clone &amp; Start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</a:defRPr>
            </a:pPr>
            <a:r>
              <a:t>cd backend</a:t>
            </a:r>
            <a:br/>
            <a:r>
              <a:t>docker compose up -d --build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417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Starts Generator (:8002) + Runner (:8001)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23160"/>
            <a:ext cx="11155680" cy="1143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</a:defRPr>
            </a:pPr>
            <a:r>
              <a:t>Verify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03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</a:defRPr>
            </a:pPr>
            <a:r>
              <a:t>curl http://localhost:8001/health</a:t>
            </a:r>
            <a:br/>
            <a:r>
              <a:t>curl http://localhost:8002/health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7432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Both should return healthy status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11155680" cy="1143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3886199"/>
            <a:ext cx="457200" cy="45720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404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</a:defRPr>
            </a:pPr>
            <a:r>
              <a:t>Authenticate Claude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20623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</a:defRPr>
            </a:pPr>
            <a:r>
              <a:t>npm install -g @anthropic-ai/claude-code</a:t>
            </a:r>
            <a:br/>
            <a:r>
              <a:t>claude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06907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Opens browser for SSO/OAuth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74920"/>
            <a:ext cx="11155680" cy="114300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5212080"/>
            <a:ext cx="457200" cy="45720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166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</a:defRPr>
            </a:pPr>
            <a:r>
              <a:t>Restart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5321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</a:defRPr>
            </a:pPr>
            <a:r>
              <a:t>docker compose restart generator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3949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99"/>
                </a:solidFill>
              </a:defRPr>
            </a:pPr>
            <a:r>
              <a:t>Picks up new Claude credentials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00C97B"/>
                </a:solidFill>
              </a:defRPr>
            </a:pPr>
            <a:r>
              <a:t>Step 2: Extension Install (Per User, &lt; 1 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</a:defRPr>
            </a:pPr>
            <a:r>
              <a:t>Open chrome://extensions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Enable Developer mode (toggle top-right)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39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331719"/>
            <a:ext cx="457200" cy="4572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40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</a:defRPr>
            </a:pPr>
            <a:r>
              <a:t>Click Load Unpacked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0603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Select the frontend/ folder from the project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</a:defRPr>
            </a:pPr>
            <a:r>
              <a:t>Pin the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6576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Pin Autotest to your toolbar for easy access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59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434839"/>
            <a:ext cx="457200" cy="457200"/>
          </a:xfrm>
          <a:prstGeom prst="ellipse">
            <a:avLst/>
          </a:prstGeom>
          <a:solidFill>
            <a:srgbClr val="009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343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AF0"/>
                </a:solidFill>
              </a:defRPr>
            </a:pPr>
            <a:r>
              <a:t>Open Settings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709159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Click gear icon → Runner tab → set backend URL → Test Connection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5486400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Done!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760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Navigate to any website → click Autotest → start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A85CFF"/>
                </a:solidFill>
              </a:defRPr>
            </a:pPr>
            <a:r>
              <a:t>Docker Commands 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704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Start all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704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docker compose up -d --build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27631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00783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View all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00783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docker compose logs -f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57984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3113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View runner logs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3113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docker compose logs -f runner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5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6148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View generator logs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61487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docker compose logs -f generator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18687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918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Restart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291839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docker compose restart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49039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Stop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822191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docker compose 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79392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52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Rebuild after changes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5254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docker compose up -d --build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09744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88289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Check service 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88289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docker compose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40096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4132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Auth inside container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541324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docker exec -it autotest-generator claude login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870448"/>
            <a:ext cx="11155680" cy="438912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Check auth 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94360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C97B"/>
                </a:solidFill>
              </a:defRPr>
            </a:pPr>
            <a:r>
              <a:t>curl http://localhost:8002/auth/status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E84D4D"/>
                </a:solidFill>
              </a:defRPr>
            </a:pPr>
            <a:r>
              <a:t>Troubleshooting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84D4D"/>
                </a:solidFill>
              </a:defRPr>
            </a:pPr>
            <a:r>
              <a:t>Backend won't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Check: lsof -i :8001 and lsof -i :8002 for port conflicts. View: docker compose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39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40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</a:defRPr>
            </a:pPr>
            <a:r>
              <a:t>Extension not connecting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3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Verify curl http://localhost:8001/health returns OK. Check Settings → Test Connection. No trailing slash in URL.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200400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AF0"/>
                </a:solidFill>
              </a:defRPr>
            </a:pPr>
            <a:r>
              <a:t>Claude auth 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Run: claude login on host. Then: docker compose restart generator. Check: curl :8002/auth/status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51959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85CFF"/>
                </a:solidFill>
              </a:defRPr>
            </a:pPr>
            <a:r>
              <a:t>Browsers won't 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5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Runner Dockerfile installs browsers. Check: docker compose logs runner. Rebuild if needed.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303520"/>
            <a:ext cx="11155680" cy="868680"/>
          </a:xfrm>
          <a:prstGeom prst="roundRect">
            <a:avLst/>
          </a:prstGeom>
          <a:solidFill>
            <a:srgbClr val="25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C97B"/>
                </a:solidFill>
              </a:defRPr>
            </a:pPr>
            <a:r>
              <a:t>VPN-restricted 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Docker has isolated network. Use native runner: pip install -r requirements.txt &amp;&amp; ./runner/run-native.sh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