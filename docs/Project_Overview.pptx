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Autotest — AI E2E Test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AF0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</a:defRPr>
            </a:pPr>
            <a:r>
              <a:t>Team Auto Mate  |  Adobe AI Labs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4D4D"/>
                </a:solidFill>
              </a:defRPr>
            </a:pPr>
            <a:r>
              <a:t>The Problem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155680" cy="82296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4D4D"/>
                </a:solidFill>
              </a:defRPr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E84D4D"/>
                </a:solidFill>
              </a:defRPr>
            </a:pPr>
            <a:r>
              <a:t>Slow Test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25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30–60 min per E2E test manually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155680" cy="82296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6B35"/>
                </a:solidFill>
              </a:defRPr>
            </a:pPr>
            <a: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35"/>
                </a:solidFill>
              </a:defRPr>
            </a:pPr>
            <a:r>
              <a:t>High Skill Barrier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Months learning Playwright/Selenium/Cypress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155680" cy="82296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85CFF"/>
                </a:solidFill>
              </a:defRPr>
            </a:pPr>
            <a: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85CFF"/>
                </a:solidFill>
              </a:defRPr>
            </a:pPr>
            <a:r>
              <a:t>Developer Time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37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10–30 min/day repeating multi-step 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11155680" cy="82296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9AF0"/>
                </a:solidFill>
              </a:defRPr>
            </a:pPr>
            <a: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Non-Technical Lockout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343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PMs &amp; designers can't create tests at 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1155680" cy="82296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C97B"/>
                </a:solidFill>
              </a:defRPr>
            </a:pPr>
            <a: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C97B"/>
                </a:solidFill>
              </a:defRPr>
            </a:pPr>
            <a:r>
              <a:t>Per-Machine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349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Node.js, Playwright, Docker on every machine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C97B"/>
                </a:solidFill>
              </a:defRPr>
            </a:pPr>
            <a:r>
              <a:t>The Solution: Autotest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</a:defRPr>
            </a:pPr>
            <a:r>
              <a:t>A Chrome extension + centralized backend that lets anyone create &amp; run E2E tests — no code, no setup, no expertise.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155680" cy="777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💬  Describe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Type what to test in natural language → AI generates complete Playwright .spec.ts with assertions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11155680" cy="777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🖱️  Record Browser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72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Point and click through your flow → extension captures every interaction as replayable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1155680" cy="777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▶️  Run Headless + Live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3308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Execute on centralized backend → watch live screencast, track step progress, download artifacts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09160"/>
            <a:ext cx="11155680" cy="777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82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</a:defRPr>
            </a:pPr>
            <a:r>
              <a:t>🔌  Lightweight Plugin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932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Team members install a ~200KB Chrome extension → point to shared backend → productive in &lt; 1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11155680" cy="77724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🌐  Multi-Browser + Multi-Device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Parallel execution across Chromium, Firefox, WebKit with desktop and mobile viewports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9AF0"/>
                </a:solidFill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AI Test Generation from natural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Record &amp; Replay with multi-selector fallbacks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8056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Live CDP screencast during headless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Real-time step progress (passed/failed/pending)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83464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Rich artifacts: traces, video, HAR, screenshots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48056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Self-healing selectors with AI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8872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63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Multi-environment support (dev/staging/prod)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83464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1089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Stop/Cancel controls for generation &amp;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480560"/>
            <a:ext cx="3566160" cy="13716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7548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Centralized backend — zero per-machine setup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C97B"/>
                </a:solidFill>
              </a:defRPr>
            </a:pPr>
            <a:r>
              <a:t>Impact &amp; Savings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2697480" cy="21031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AF0"/>
                </a:solidFill>
              </a:defRPr>
            </a:pPr>
            <a:r>
              <a:t>10–15×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test 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371600"/>
            <a:ext cx="2697480" cy="21031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C97B"/>
                </a:solidFill>
              </a:defRPr>
            </a:pPr>
            <a:r>
              <a:t>2,500+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Hours/Year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saved per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97480" cy="21031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6B35"/>
                </a:solidFill>
              </a:defRPr>
            </a:pPr>
            <a:r>
              <a:t>1–1.5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FTE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97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savings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71600"/>
            <a:ext cx="2697480" cy="21031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85CFF"/>
                </a:solidFill>
              </a:defRPr>
            </a:pPr>
            <a:r>
              <a:t>&lt; 1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Onboarding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9748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</a:defRPr>
            </a:pPr>
            <a:r>
              <a:t>install &amp; 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840480"/>
            <a:ext cx="11338560" cy="256032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AF0"/>
                </a:solidFill>
              </a:defRPr>
            </a:pPr>
            <a:r>
              <a:t>👨‍💻 QA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30–60 min → 2–5 min per test  •  5 QA × 10 tests/week = ~1,000 hrs/year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537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AF0"/>
                </a:solidFill>
              </a:defRPr>
            </a:pPr>
            <a:r>
              <a:t>🧑‍💻 Developers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537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Eliminate 10–30 min/day repetitive navigation  •  10 devs = ~1,500 hrs/year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92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AF0"/>
                </a:solidFill>
              </a:defRPr>
            </a:pPr>
            <a:r>
              <a:t>📋 PMs / Designers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926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From 0 automated tests → unlimited  •  Plain English, no code, no framework knowledge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315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AF0"/>
                </a:solidFill>
              </a:defRPr>
            </a:pPr>
            <a:r>
              <a:t>🏗️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315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One centralized backend for entire team  •  No per-machine setup (saves 2–8 hrs/person)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70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AF0"/>
                </a:solidFill>
              </a:defRPr>
            </a:pPr>
            <a:r>
              <a:t>🎓 Learning Curve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8704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Eliminated entirely  •  No need to learn Playwright/Selenium/Cypress (normally 2–4 months)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A85CFF"/>
                </a:solidFill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155680" cy="685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JavaScript ES6+, Chrome Extensions Manifest V3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1155680" cy="685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C97B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Python 3.11+, FastAPI, Pydantic, Uvicorn, Loguru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155680" cy="685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6B35"/>
                </a:solidFill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Claude CLI, Playwright MCP, Anthropic Claude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59"/>
            <a:ext cx="11155680" cy="685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85CFF"/>
                </a:solidFill>
              </a:defRPr>
            </a:pPr>
            <a:r>
              <a:t>Browser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3191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Playwright 1.58.0 — Chromium, Firefox, WebKit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155680" cy="685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9AF0"/>
                </a:solidFill>
              </a:defRPr>
            </a:pPr>
            <a: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Docker, Docker Compose, Node.js 20.x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32120"/>
            <a:ext cx="11155680" cy="6858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C97B"/>
                </a:solidFill>
              </a:defRPr>
            </a:pPr>
            <a:r>
              <a:t>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BBCC"/>
                </a:solidFill>
              </a:defRPr>
            </a:pPr>
            <a:r>
              <a:t>CDP (Chrome DevTools Protocol), SSE (Server-Sent Events)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